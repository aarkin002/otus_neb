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4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9144000" cy="5143500" type="screen16x9"/>
  <p:notesSz cx="6858000" cy="9144000"/>
  <p:embeddedFontLst>
    <p:embeddedFont>
      <p:font typeface="Roboto Medium" panose="020B0604020202020204" charset="0"/>
      <p:regular r:id="rId48"/>
      <p:bold r:id="rId49"/>
      <p:italic r:id="rId50"/>
      <p:boldItalic r:id="rId51"/>
    </p:embeddedFont>
    <p:embeddedFont>
      <p:font typeface="Roboto" panose="020B060402020202020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BDE304-6767-4647-A394-04428FD53A30}">
  <a:tblStyle styleId="{32BDE304-6767-4647-A394-04428FD53A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2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6.fntdata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2.fntdata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1.fntdata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font" Target="fonts/font4.fntdata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3ce85d903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BkKU2HRLL26Wzz7eOPESOVAaIuvibp?usp=drive_lin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21" Type="http://schemas.openxmlformats.org/officeDocument/2006/relationships/image" Target="../media/image13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50" Type="http://schemas.openxmlformats.org/officeDocument/2006/relationships/image" Target="../media/image65.png"/><Relationship Id="rId55" Type="http://schemas.openxmlformats.org/officeDocument/2006/relationships/image" Target="../media/image70.png"/><Relationship Id="rId63" Type="http://schemas.openxmlformats.org/officeDocument/2006/relationships/image" Target="../media/image78.png"/><Relationship Id="rId68" Type="http://schemas.openxmlformats.org/officeDocument/2006/relationships/image" Target="../media/image83.png"/><Relationship Id="rId7" Type="http://schemas.openxmlformats.org/officeDocument/2006/relationships/image" Target="../media/image24.png"/><Relationship Id="rId71" Type="http://schemas.openxmlformats.org/officeDocument/2006/relationships/image" Target="../media/image8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3" Type="http://schemas.openxmlformats.org/officeDocument/2006/relationships/image" Target="../media/image68.png"/><Relationship Id="rId58" Type="http://schemas.openxmlformats.org/officeDocument/2006/relationships/image" Target="../media/image73.png"/><Relationship Id="rId66" Type="http://schemas.openxmlformats.org/officeDocument/2006/relationships/image" Target="../media/image81.png"/><Relationship Id="rId5" Type="http://schemas.openxmlformats.org/officeDocument/2006/relationships/image" Target="../media/image19.png"/><Relationship Id="rId15" Type="http://schemas.openxmlformats.org/officeDocument/2006/relationships/image" Target="../media/image32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64.png"/><Relationship Id="rId57" Type="http://schemas.openxmlformats.org/officeDocument/2006/relationships/image" Target="../media/image72.png"/><Relationship Id="rId61" Type="http://schemas.openxmlformats.org/officeDocument/2006/relationships/image" Target="../media/image76.png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52" Type="http://schemas.openxmlformats.org/officeDocument/2006/relationships/image" Target="../media/image67.png"/><Relationship Id="rId60" Type="http://schemas.openxmlformats.org/officeDocument/2006/relationships/image" Target="../media/image75.png"/><Relationship Id="rId65" Type="http://schemas.openxmlformats.org/officeDocument/2006/relationships/image" Target="../media/image80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56" Type="http://schemas.openxmlformats.org/officeDocument/2006/relationships/image" Target="../media/image71.png"/><Relationship Id="rId64" Type="http://schemas.openxmlformats.org/officeDocument/2006/relationships/image" Target="../media/image79.png"/><Relationship Id="rId69" Type="http://schemas.openxmlformats.org/officeDocument/2006/relationships/image" Target="../media/image84.png"/><Relationship Id="rId8" Type="http://schemas.openxmlformats.org/officeDocument/2006/relationships/image" Target="../media/image25.png"/><Relationship Id="rId51" Type="http://schemas.openxmlformats.org/officeDocument/2006/relationships/image" Target="../media/image66.png"/><Relationship Id="rId3" Type="http://schemas.openxmlformats.org/officeDocument/2006/relationships/image" Target="../media/image21.png"/><Relationship Id="rId12" Type="http://schemas.openxmlformats.org/officeDocument/2006/relationships/image" Target="../media/image29.png"/><Relationship Id="rId17" Type="http://schemas.openxmlformats.org/officeDocument/2006/relationships/image" Target="../media/image33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59" Type="http://schemas.openxmlformats.org/officeDocument/2006/relationships/image" Target="../media/image74.png"/><Relationship Id="rId67" Type="http://schemas.openxmlformats.org/officeDocument/2006/relationships/image" Target="../media/image82.png"/><Relationship Id="rId20" Type="http://schemas.openxmlformats.org/officeDocument/2006/relationships/image" Target="../media/image36.png"/><Relationship Id="rId41" Type="http://schemas.openxmlformats.org/officeDocument/2006/relationships/image" Target="../media/image56.png"/><Relationship Id="rId54" Type="http://schemas.openxmlformats.org/officeDocument/2006/relationships/image" Target="../media/image69.png"/><Relationship Id="rId62" Type="http://schemas.openxmlformats.org/officeDocument/2006/relationships/image" Target="../media/image77.png"/><Relationship Id="rId70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7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osatom/articles/841842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836276" y="791407"/>
            <a:ext cx="7584300" cy="205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сегмента распределенной сети строительно</a:t>
            </a:r>
            <a:r>
              <a:rPr lang="ru-RU" sz="45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й компании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57064"/>
            <a:ext cx="2407800" cy="37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</a:rPr>
              <a:t>Network Engineer. Basic</a:t>
            </a:r>
            <a:endParaRPr sz="100" dirty="0">
              <a:solidFill>
                <a:schemeClr val="bg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Иванов</a:t>
            </a:r>
            <a:endParaRPr sz="2300" b="1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Кратко о вас и вашей деятельности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Задача, которую нужно выполнить, чтобы её достичь: ниже примеры задач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т.д.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например – создать интерактивный дашборд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Tableau и проанализировать данные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8" name="Google Shape;188;p39"/>
          <p:cNvGrpSpPr/>
          <p:nvPr/>
        </p:nvGrpSpPr>
        <p:grpSpPr>
          <a:xfrm>
            <a:off x="5926432" y="387201"/>
            <a:ext cx="3406316" cy="1342979"/>
            <a:chOff x="5857475" y="533400"/>
            <a:chExt cx="2993774" cy="1241200"/>
          </a:xfrm>
        </p:grpSpPr>
        <p:pic>
          <p:nvPicPr>
            <p:cNvPr id="189" name="Google Shape;18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475" y="533400"/>
              <a:ext cx="2993774" cy="124120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190" name="Google Shape;190;p39"/>
            <p:cNvSpPr txBox="1"/>
            <p:nvPr/>
          </p:nvSpPr>
          <p:spPr>
            <a:xfrm>
              <a:off x="6219675" y="654425"/>
              <a:ext cx="25440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chemeClr val="dk1"/>
                  </a:solidFill>
                </a:rPr>
                <a:t>Какую цель вы поставили перед собой? Какие задачи нужно выполнить, чтобы её достичь?</a:t>
              </a:r>
              <a:endParaRPr sz="11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>
                  <a:solidFill>
                    <a:schemeClr val="dk1"/>
                  </a:solidFill>
                </a:rPr>
                <a:t>На слайде приведен пример :)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pSp>
        <p:nvGrpSpPr>
          <p:cNvPr id="196" name="Google Shape;196;p40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7" name="Google Shape;19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198" name="Google Shape;198;p40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9" name="Google Shape;199;p40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 b="1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lang="ru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 b="1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sz="1100" b="1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marL="914400" lvl="1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marL="914400" lvl="1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ru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lang="ru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>
            <a:spLocks noGrp="1"/>
          </p:cNvSpPr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lang="ru" sz="5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sz="1500"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sz="1700" b="1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sz="1700" b="1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3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>
            <a:spLocks noGrp="1"/>
          </p:cNvSpPr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{32BDE304-6767-4647-A394-04428FD53A30}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2326</Words>
  <Application>Microsoft Office PowerPoint</Application>
  <PresentationFormat>Экран (16:9)</PresentationFormat>
  <Paragraphs>340</Paragraphs>
  <Slides>43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43</vt:i4>
      </vt:variant>
    </vt:vector>
  </HeadingPairs>
  <TitlesOfParts>
    <vt:vector size="51" baseType="lpstr">
      <vt:lpstr>Arial</vt:lpstr>
      <vt:lpstr>Roboto Medium</vt:lpstr>
      <vt:lpstr>Roboto</vt:lpstr>
      <vt:lpstr>Avenir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   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  <vt:lpstr>Инструменты для работы с презентацией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Шаблоны, которые вы можете использовать для рассказа о своем проекте</vt:lpstr>
      <vt:lpstr>Материал для моделирования </vt:lpstr>
      <vt:lpstr>Презентация PowerPoint</vt:lpstr>
      <vt:lpstr>Слайды с “кнопками” </vt:lpstr>
      <vt:lpstr>Презентация PowerPoint</vt:lpstr>
      <vt:lpstr>Заголовок: главная мысль слайда </vt:lpstr>
      <vt:lpstr>Главная мысль слайда</vt:lpstr>
      <vt:lpstr>Главная мысль слайда</vt:lpstr>
      <vt:lpstr>Слайд со списком </vt:lpstr>
      <vt:lpstr>Главная мысль  слайда  </vt:lpstr>
      <vt:lpstr>Слайд с 3 колонками</vt:lpstr>
      <vt:lpstr>Сравнение двух кейсов  </vt:lpstr>
      <vt:lpstr>Презентация PowerPoint</vt:lpstr>
      <vt:lpstr>Заголовок: главная мысль слайда </vt:lpstr>
      <vt:lpstr>Презентация PowerPoint</vt:lpstr>
      <vt:lpstr>Процесс через этапы </vt:lpstr>
      <vt:lpstr>Процесс через этапы </vt:lpstr>
      <vt:lpstr>Процесс через этапы </vt:lpstr>
      <vt:lpstr>Процесс через этапы </vt:lpstr>
      <vt:lpstr>Презентация PowerPoint</vt:lpstr>
      <vt:lpstr>Слайд с кодом 1</vt:lpstr>
      <vt:lpstr>Слайд с кодом 2</vt:lpstr>
      <vt:lpstr>Слайд с кодом 3</vt:lpstr>
      <vt:lpstr>Слайд с кодом и текстом </vt:lpstr>
      <vt:lpstr>Слайд с таблицей</vt:lpstr>
      <vt:lpstr>Слайд с таблицей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Алексей Александрович Яркин</cp:lastModifiedBy>
  <cp:revision>1</cp:revision>
  <dcterms:modified xsi:type="dcterms:W3CDTF">2026-07-29T08:13:38Z</dcterms:modified>
</cp:coreProperties>
</file>