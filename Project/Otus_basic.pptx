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00989E-4162-4EF0-B6CB-B1D61DD9DC95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ED0B86-A0AA-4F2C-99A4-636ACEF225F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9370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3857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93458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09582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8341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18344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12682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28992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699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5671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1836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17015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72230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389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4614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7411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6702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58672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3098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1031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667400" y="2379700"/>
            <a:ext cx="10580400" cy="15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5557856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667400" y="1094951"/>
            <a:ext cx="11360800" cy="26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4267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667400" y="609751"/>
            <a:ext cx="10395600" cy="105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20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4180567" y="3971775"/>
            <a:ext cx="7808400" cy="7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20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4180567" y="4371975"/>
            <a:ext cx="7808400" cy="105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733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4180567" y="4883400"/>
            <a:ext cx="7808400" cy="137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733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4281223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667400" y="440981"/>
            <a:ext cx="11360800" cy="13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749038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667400" y="440965"/>
            <a:ext cx="11360800" cy="14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667400" y="1901959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31789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500"/>
              <a:buChar char="●"/>
              <a:defRPr sz="2000"/>
            </a:lvl1pPr>
            <a:lvl2pPr marL="1219170" lvl="1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○"/>
              <a:defRPr sz="1733"/>
            </a:lvl2pPr>
            <a:lvl3pPr marL="1828754" lvl="2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■"/>
              <a:defRPr sz="1733"/>
            </a:lvl3pPr>
            <a:lvl4pPr marL="2438339" lvl="3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●"/>
              <a:defRPr sz="1733"/>
            </a:lvl4pPr>
            <a:lvl5pPr marL="3047924" lvl="4" indent="-414856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733"/>
            </a:lvl5pPr>
            <a:lvl6pPr marL="3657509" lvl="5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■"/>
              <a:defRPr sz="1733"/>
            </a:lvl6pPr>
            <a:lvl7pPr marL="4267093" lvl="6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●"/>
              <a:defRPr sz="1733"/>
            </a:lvl7pPr>
            <a:lvl8pPr marL="4876678" lvl="7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○"/>
              <a:defRPr sz="1733"/>
            </a:lvl8pPr>
            <a:lvl9pPr marL="5486263" lvl="8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■"/>
              <a:defRPr sz="1733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644831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3801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2"/>
          <a:stretch/>
        </p:blipFill>
        <p:spPr>
          <a:xfrm>
            <a:off x="0" y="0"/>
            <a:ext cx="1254500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1115035" y="1055210"/>
            <a:ext cx="10112400" cy="19081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>
              <a:lnSpc>
                <a:spcPct val="90000"/>
              </a:lnSpc>
            </a:pPr>
            <a:r>
              <a:rPr lang="ru-RU" sz="4000" b="1" dirty="0" smtClean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Организация </a:t>
            </a:r>
            <a:r>
              <a:rPr lang="ru-RU" sz="4000" b="1" dirty="0">
                <a:solidFill>
                  <a:schemeClr val="lt1"/>
                </a:solidFill>
                <a:latin typeface="Roboto"/>
                <a:ea typeface="Roboto"/>
                <a:cs typeface="Roboto"/>
              </a:rPr>
              <a:t>взаимодействия</a:t>
            </a:r>
            <a:r>
              <a:rPr lang="ru-RU" sz="4000" b="1" dirty="0" smtClean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сегмента распределенной сети строительной компании</a:t>
            </a:r>
            <a:endParaRPr sz="40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551601" y="358501"/>
            <a:ext cx="1096233" cy="37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839600" y="5517367"/>
            <a:ext cx="3894000" cy="5688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1331611" y="5560952"/>
            <a:ext cx="32104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lvl="0">
              <a:lnSpc>
                <a:spcPct val="90000"/>
              </a:lnSpc>
            </a:pPr>
            <a:r>
              <a:rPr lang="en-US" sz="1700" b="1" dirty="0">
                <a:solidFill>
                  <a:schemeClr val="bg1"/>
                </a:solidFill>
                <a:latin typeface="Roboto" panose="020B0604020202020204" charset="0"/>
                <a:ea typeface="Roboto" panose="020B0604020202020204" charset="0"/>
              </a:rPr>
              <a:t>Network Engineer. Basic</a:t>
            </a:r>
            <a:endParaRPr sz="1700" dirty="0">
              <a:solidFill>
                <a:schemeClr val="bg1"/>
              </a:solidFill>
              <a:latin typeface="Roboto" panose="020B0604020202020204" charset="0"/>
              <a:ea typeface="Roboto" panose="020B0604020202020204" charset="0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879632" y="4111591"/>
            <a:ext cx="2064601" cy="22259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75909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992167" y="1970277"/>
            <a:ext cx="10580400" cy="172338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sp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ru" sz="5333">
                <a:solidFill>
                  <a:schemeClr val="dk1"/>
                </a:solidFill>
                <a:latin typeface="Roboto" panose="020B0604020202020204" charset="0"/>
                <a:ea typeface="Roboto" panose="020B0604020202020204" charset="0"/>
              </a:rPr>
              <a:t>Меня хорошо видно</a:t>
            </a:r>
            <a:endParaRPr sz="5333">
              <a:solidFill>
                <a:schemeClr val="dk1"/>
              </a:solidFill>
              <a:latin typeface="Roboto" panose="020B0604020202020204" charset="0"/>
              <a:ea typeface="Roboto" panose="020B0604020202020204" charset="0"/>
            </a:endParaRPr>
          </a:p>
          <a:p>
            <a:r>
              <a:rPr lang="ru" sz="5333">
                <a:solidFill>
                  <a:schemeClr val="dk1"/>
                </a:solidFill>
                <a:latin typeface="Roboto" panose="020B0604020202020204" charset="0"/>
                <a:ea typeface="Roboto" panose="020B0604020202020204" charset="0"/>
              </a:rPr>
              <a:t>&amp; слышно?</a:t>
            </a:r>
            <a:endParaRPr sz="5333">
              <a:solidFill>
                <a:schemeClr val="dk1"/>
              </a:solidFill>
              <a:latin typeface="Roboto" panose="020B0604020202020204" charset="0"/>
              <a:ea typeface="Roboto" panose="020B0604020202020204" charset="0"/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58749" y="5121434"/>
            <a:ext cx="727616" cy="7276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0767" y="5187853"/>
            <a:ext cx="716349" cy="71634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00779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667400" y="418165"/>
            <a:ext cx="11360800" cy="2455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ru" sz="2800" dirty="0">
                <a:latin typeface="Roboto" panose="020B0604020202020204" charset="0"/>
                <a:ea typeface="Roboto" panose="020B0604020202020204" charset="0"/>
              </a:rPr>
              <a:t>Защита проекта</a:t>
            </a:r>
            <a:endParaRPr sz="2800" dirty="0">
              <a:latin typeface="Roboto" panose="020B0604020202020204" charset="0"/>
              <a:ea typeface="Roboto" panose="020B0604020202020204" charset="0"/>
            </a:endParaRPr>
          </a:p>
          <a:p>
            <a:pPr>
              <a:buClr>
                <a:schemeClr val="dk1"/>
              </a:buClr>
              <a:buSzPts val="1100"/>
            </a:pPr>
            <a:r>
              <a:rPr lang="ru" sz="2800" dirty="0">
                <a:latin typeface="Roboto" panose="020B0604020202020204" charset="0"/>
                <a:ea typeface="Roboto" panose="020B0604020202020204" charset="0"/>
              </a:rPr>
              <a:t>Тема: </a:t>
            </a:r>
            <a:r>
              <a:rPr lang="ru-RU" sz="2800" dirty="0" smtClean="0">
                <a:latin typeface="Roboto" panose="020B0604020202020204" charset="0"/>
                <a:ea typeface="Roboto" panose="020B0604020202020204" charset="0"/>
              </a:rPr>
              <a:t>Организация взаимодействия сегмента сети строительной компании</a:t>
            </a:r>
            <a:endParaRPr sz="2800" dirty="0">
              <a:latin typeface="Roboto" panose="020B0604020202020204" charset="0"/>
              <a:ea typeface="Roboto" panose="020B0604020202020204" charset="0"/>
            </a:endParaRPr>
          </a:p>
          <a:p>
            <a:pPr>
              <a:buClr>
                <a:schemeClr val="dk1"/>
              </a:buClr>
              <a:buSzPts val="1100"/>
            </a:pPr>
            <a:endParaRPr dirty="0"/>
          </a:p>
          <a:p>
            <a:pPr>
              <a:buClr>
                <a:schemeClr val="dk1"/>
              </a:buClr>
              <a:buSzPts val="1100"/>
            </a:pPr>
            <a:endParaRPr dirty="0"/>
          </a:p>
          <a:p>
            <a:endParaRPr dirty="0"/>
          </a:p>
        </p:txBody>
      </p:sp>
      <p:pic>
        <p:nvPicPr>
          <p:cNvPr id="164" name="Google Shape;164;p37"/>
          <p:cNvPicPr preferRelativeResize="0"/>
          <p:nvPr/>
        </p:nvPicPr>
        <p:blipFill rotWithShape="1">
          <a:blip r:embed="rId3">
            <a:alphaModFix/>
          </a:blip>
          <a:srcRect t="30931" b="13765"/>
          <a:stretch/>
        </p:blipFill>
        <p:spPr>
          <a:xfrm>
            <a:off x="840000" y="2780968"/>
            <a:ext cx="3133200" cy="3091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5" name="Google Shape;165;p37"/>
          <p:cNvSpPr txBox="1"/>
          <p:nvPr/>
        </p:nvSpPr>
        <p:spPr>
          <a:xfrm>
            <a:off x="5199300" y="3115201"/>
            <a:ext cx="4935600" cy="5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lnSpc>
                <a:spcPct val="80000"/>
              </a:lnSpc>
            </a:pPr>
            <a:r>
              <a:rPr lang="ru-RU" sz="3067" b="1" dirty="0" smtClean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Яркин Алексей</a:t>
            </a:r>
            <a:endParaRPr sz="3067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5199300" y="3792433"/>
            <a:ext cx="4257600" cy="5662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1733" dirty="0" smtClean="0">
                <a:solidFill>
                  <a:srgbClr val="000000"/>
                </a:solidFill>
                <a:latin typeface="Roboto" panose="020B0604020202020204" charset="0"/>
                <a:ea typeface="Roboto" panose="020B0604020202020204" charset="0"/>
                <a:cs typeface="Roboto Medium"/>
                <a:sym typeface="Roboto Medium"/>
              </a:rPr>
              <a:t>Системный администратор</a:t>
            </a:r>
            <a:endParaRPr sz="1733" dirty="0">
              <a:solidFill>
                <a:srgbClr val="000000"/>
              </a:solidFill>
              <a:latin typeface="Roboto" panose="020B0604020202020204" charset="0"/>
              <a:ea typeface="Roboto" panose="020B0604020202020204" charset="0"/>
              <a:cs typeface="Roboto Medium"/>
              <a:sym typeface="Roboto Medium"/>
            </a:endParaRPr>
          </a:p>
        </p:txBody>
      </p:sp>
    </p:spTree>
    <p:extLst>
      <p:ext uri="{BB962C8B-B14F-4D97-AF65-F5344CB8AC3E}">
        <p14:creationId xmlns:p14="http://schemas.microsoft.com/office/powerpoint/2010/main" val="1833386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718067" y="465299"/>
            <a:ext cx="11360800" cy="855578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spAutoFit/>
          </a:bodyPr>
          <a:lstStyle/>
          <a:p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517500" y="1988403"/>
            <a:ext cx="4513200" cy="501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216000" tIns="121900" rIns="216000" bIns="121900" anchor="ctr" anchorCtr="0">
            <a:noAutofit/>
          </a:bodyPr>
          <a:lstStyle/>
          <a:p>
            <a:r>
              <a:rPr lang="ru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517500" y="2761989"/>
            <a:ext cx="4513200" cy="501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216000" tIns="121900" rIns="216000" bIns="121900" anchor="ctr" anchorCtr="0">
            <a:noAutofit/>
          </a:bodyPr>
          <a:lstStyle/>
          <a:p>
            <a:r>
              <a:rPr lang="ru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517500" y="3535568"/>
            <a:ext cx="4513200" cy="501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216000" tIns="121900" rIns="216000" bIns="121900" anchor="ctr" anchorCtr="0">
            <a:noAutofit/>
          </a:bodyPr>
          <a:lstStyle/>
          <a:p>
            <a:r>
              <a:rPr lang="ru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517500" y="4328300"/>
            <a:ext cx="4513200" cy="501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216000" tIns="121900" rIns="216000" bIns="121900" anchor="ctr" anchorCtr="0">
            <a:noAutofit/>
          </a:bodyPr>
          <a:lstStyle/>
          <a:p>
            <a:r>
              <a:rPr lang="ru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517500" y="2239203"/>
            <a:ext cx="800" cy="773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517500" y="3012789"/>
            <a:ext cx="800" cy="773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517500" y="3786368"/>
            <a:ext cx="800" cy="792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517500" y="4579100"/>
            <a:ext cx="800" cy="7024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517516" y="5030500"/>
            <a:ext cx="4513200" cy="501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216000" tIns="121900" rIns="216000" bIns="121900" anchor="ctr" anchorCtr="0">
            <a:noAutofit/>
          </a:bodyPr>
          <a:lstStyle/>
          <a:p>
            <a:r>
              <a:rPr lang="ru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334701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747333" y="433175"/>
            <a:ext cx="11360800" cy="17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ru" sz="4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4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4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4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4101616611"/>
              </p:ext>
            </p:extLst>
          </p:nvPr>
        </p:nvGraphicFramePr>
        <p:xfrm>
          <a:off x="1270000" y="3176169"/>
          <a:ext cx="9652000" cy="315931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52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994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25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21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40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Организация сетевой связанности между отделами</a:t>
                      </a:r>
                      <a:endParaRPr sz="24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25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40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Настройка</a:t>
                      </a:r>
                      <a:r>
                        <a:rPr lang="ru" sz="2400" baseline="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отказоустойчивости сети</a:t>
                      </a:r>
                      <a:endParaRPr sz="24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25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240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Настройка ограничений доступа</a:t>
                      </a:r>
                      <a:endParaRPr sz="24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392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21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Настройка </a:t>
                      </a:r>
                      <a:r>
                        <a:rPr lang="en-US" sz="2400" dirty="0" err="1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ipsec</a:t>
                      </a:r>
                      <a:endParaRPr sz="24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69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1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2171000" y="1848400"/>
            <a:ext cx="7850000" cy="882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216000" tIns="121900" rIns="216000" bIns="121900" anchor="ctr" anchorCtr="0">
            <a:noAutofit/>
          </a:bodyPr>
          <a:lstStyle/>
          <a:p>
            <a:r>
              <a:rPr lang="ru" sz="20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</a:t>
            </a:r>
            <a:r>
              <a:rPr lang="ru" sz="2000" dirty="0" smtClean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проекта: Создание сегмента распределенной сети строительной компании </a:t>
            </a:r>
            <a:endParaRPr sz="20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087662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667400" y="440965"/>
            <a:ext cx="11360800" cy="1461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ru" sz="4000"/>
              <a:t>Какие технологии использовались</a:t>
            </a:r>
            <a:endParaRPr sz="4000"/>
          </a:p>
          <a:p>
            <a:endParaRPr sz="4000"/>
          </a:p>
        </p:txBody>
      </p:sp>
      <p:grpSp>
        <p:nvGrpSpPr>
          <p:cNvPr id="196" name="Google Shape;196;p40"/>
          <p:cNvGrpSpPr/>
          <p:nvPr/>
        </p:nvGrpSpPr>
        <p:grpSpPr>
          <a:xfrm>
            <a:off x="7066278" y="1520534"/>
            <a:ext cx="4718989" cy="1665515"/>
            <a:chOff x="4729635" y="887067"/>
            <a:chExt cx="3375207" cy="1413530"/>
          </a:xfrm>
        </p:grpSpPr>
        <p:pic>
          <p:nvPicPr>
            <p:cNvPr id="197" name="Google Shape;197;p4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729635" y="887067"/>
              <a:ext cx="3375207" cy="1399343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198" name="Google Shape;198;p40"/>
            <p:cNvSpPr txBox="1"/>
            <p:nvPr/>
          </p:nvSpPr>
          <p:spPr>
            <a:xfrm>
              <a:off x="5220710" y="959746"/>
              <a:ext cx="2694600" cy="13408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>
                <a:spcBef>
                  <a:spcPts val="800"/>
                </a:spcBef>
                <a:buClr>
                  <a:schemeClr val="dk1"/>
                </a:buClr>
                <a:buSzPts val="1100"/>
              </a:pPr>
              <a:r>
                <a:rPr lang="ru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Перечислите технологии/ПО/подходы, которые вы использовали в проекте и почему. Какое у вас сложилось впечатление о них?</a:t>
              </a:r>
              <a:endParaRPr sz="1467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aphicFrame>
        <p:nvGraphicFramePr>
          <p:cNvPr id="199" name="Google Shape;199;p40"/>
          <p:cNvGraphicFramePr/>
          <p:nvPr/>
        </p:nvGraphicFramePr>
        <p:xfrm>
          <a:off x="1270000" y="2530367"/>
          <a:ext cx="9652000" cy="308844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52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994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1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1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1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1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1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350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667400" y="440965"/>
            <a:ext cx="11360800" cy="1461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ru" sz="4000"/>
              <a:t>Что получилось</a:t>
            </a:r>
            <a:endParaRPr sz="4000"/>
          </a:p>
        </p:txBody>
      </p:sp>
      <p:grpSp>
        <p:nvGrpSpPr>
          <p:cNvPr id="205" name="Google Shape;205;p41"/>
          <p:cNvGrpSpPr/>
          <p:nvPr/>
        </p:nvGrpSpPr>
        <p:grpSpPr>
          <a:xfrm>
            <a:off x="4907527" y="1320937"/>
            <a:ext cx="6868851" cy="2904943"/>
            <a:chOff x="3450575" y="752750"/>
            <a:chExt cx="5006451" cy="2031050"/>
          </a:xfrm>
        </p:grpSpPr>
        <p:pic>
          <p:nvPicPr>
            <p:cNvPr id="206" name="Google Shape;206;p4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450575" y="752750"/>
              <a:ext cx="5006451" cy="2031050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07" name="Google Shape;207;p41"/>
            <p:cNvSpPr txBox="1"/>
            <p:nvPr/>
          </p:nvSpPr>
          <p:spPr>
            <a:xfrm>
              <a:off x="4199565" y="956335"/>
              <a:ext cx="4065000" cy="15493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r>
                <a:rPr lang="ru" sz="1600" b="1">
                  <a:latin typeface="Roboto"/>
                  <a:ea typeface="Roboto"/>
                  <a:cs typeface="Roboto"/>
                  <a:sym typeface="Roboto"/>
                </a:rPr>
                <a:t>Разместите на слайде(-ах) </a:t>
              </a:r>
              <a:r>
                <a:rPr lang="ru" sz="1600" b="1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артефакты проекта: </a:t>
              </a:r>
              <a:endParaRPr sz="16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609585" indent="-406390"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код</a:t>
              </a:r>
              <a:endPara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609585" indent="-406390"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схемы (архитектура, БД)</a:t>
              </a:r>
              <a:endPara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609585" indent="-406390"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ссылки на файлы в репозитории</a:t>
              </a:r>
              <a:endPara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609585" indent="-406390"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скрины экранов приложения</a:t>
              </a:r>
              <a:endPara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609585" indent="-406390"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фото или видео</a:t>
              </a:r>
              <a:endPara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endPara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r>
                <a:rPr lang="ru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Либо продемонстрируйте проект отдельно.</a:t>
              </a:r>
              <a:endParaRPr sz="16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43917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667400" y="440965"/>
            <a:ext cx="11360800" cy="1461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ru" sz="4533"/>
              <a:t>Выводы</a:t>
            </a:r>
            <a:endParaRPr sz="4000"/>
          </a:p>
          <a:p>
            <a:endParaRPr sz="4000"/>
          </a:p>
        </p:txBody>
      </p:sp>
      <p:graphicFrame>
        <p:nvGraphicFramePr>
          <p:cNvPr id="213" name="Google Shape;213;p42"/>
          <p:cNvGraphicFramePr/>
          <p:nvPr/>
        </p:nvGraphicFramePr>
        <p:xfrm>
          <a:off x="1270000" y="2291200"/>
          <a:ext cx="9652000" cy="247075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52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994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1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1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1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1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14" name="Google Shape;214;p42"/>
          <p:cNvGrpSpPr/>
          <p:nvPr/>
        </p:nvGrpSpPr>
        <p:grpSpPr>
          <a:xfrm>
            <a:off x="4844345" y="1665291"/>
            <a:ext cx="7379552" cy="3114005"/>
            <a:chOff x="4729635" y="887067"/>
            <a:chExt cx="3375207" cy="1399343"/>
          </a:xfrm>
        </p:grpSpPr>
        <p:pic>
          <p:nvPicPr>
            <p:cNvPr id="215" name="Google Shape;215;p42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729635" y="887067"/>
              <a:ext cx="3375207" cy="1399343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16" name="Google Shape;216;p42"/>
            <p:cNvSpPr txBox="1"/>
            <p:nvPr/>
          </p:nvSpPr>
          <p:spPr>
            <a:xfrm>
              <a:off x="5208319" y="1064138"/>
              <a:ext cx="2869500" cy="10237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>
                <a:buClr>
                  <a:schemeClr val="dk1"/>
                </a:buClr>
                <a:buSzPts val="1100"/>
              </a:pPr>
              <a:r>
                <a:rPr lang="ru" sz="1467" b="1">
                  <a:solidFill>
                    <a:schemeClr val="dk1"/>
                  </a:solidFill>
                </a:rPr>
                <a:t>Оцените работу над проектом и ответьте на вопросы:</a:t>
              </a:r>
              <a:endParaRPr sz="1467" b="1">
                <a:solidFill>
                  <a:schemeClr val="dk1"/>
                </a:solidFill>
              </a:endParaRPr>
            </a:p>
            <a:p>
              <a:pPr marL="609585" indent="-397923">
                <a:buClr>
                  <a:schemeClr val="dk1"/>
                </a:buClr>
                <a:buSzPts val="1100"/>
                <a:buAutoNum type="arabicPeriod"/>
              </a:pPr>
              <a:r>
                <a:rPr lang="ru" sz="1467">
                  <a:solidFill>
                    <a:schemeClr val="dk1"/>
                  </a:solidFill>
                </a:rPr>
                <a:t>У вас получилось достичь цели и выполнить все задачи?</a:t>
              </a:r>
              <a:endParaRPr sz="1467">
                <a:solidFill>
                  <a:schemeClr val="dk1"/>
                </a:solidFill>
              </a:endParaRPr>
            </a:p>
            <a:p>
              <a:pPr marL="609585" indent="-397923">
                <a:buClr>
                  <a:schemeClr val="dk1"/>
                </a:buClr>
                <a:buSzPts val="1100"/>
                <a:buAutoNum type="arabicPeriod"/>
              </a:pPr>
              <a:r>
                <a:rPr lang="ru" sz="1467">
                  <a:solidFill>
                    <a:schemeClr val="dk1"/>
                  </a:solidFill>
                </a:rPr>
                <a:t>Что далось легко, а с чем возникли трудности?</a:t>
              </a:r>
              <a:endParaRPr sz="1467">
                <a:solidFill>
                  <a:schemeClr val="dk1"/>
                </a:solidFill>
              </a:endParaRPr>
            </a:p>
            <a:p>
              <a:pPr marL="609585" indent="-397923">
                <a:buClr>
                  <a:schemeClr val="dk1"/>
                </a:buClr>
                <a:buSzPts val="1100"/>
                <a:buAutoNum type="arabicPeriod"/>
              </a:pPr>
              <a:r>
                <a:rPr lang="ru" sz="1467">
                  <a:solidFill>
                    <a:schemeClr val="dk1"/>
                  </a:solidFill>
                </a:rPr>
                <a:t>Сколько времени занял проект?</a:t>
              </a:r>
              <a:endParaRPr sz="1467">
                <a:solidFill>
                  <a:schemeClr val="dk1"/>
                </a:solidFill>
              </a:endParaRPr>
            </a:p>
            <a:p>
              <a:pPr marL="609585" indent="-397923">
                <a:buClr>
                  <a:schemeClr val="dk1"/>
                </a:buClr>
                <a:buSzPts val="1100"/>
                <a:buAutoNum type="arabicPeriod"/>
              </a:pPr>
              <a:r>
                <a:rPr lang="ru" sz="1467">
                  <a:solidFill>
                    <a:schemeClr val="dk1"/>
                  </a:solidFill>
                </a:rPr>
                <a:t>Насколько полезным оказался для вас проект от 1 до 10?</a:t>
              </a:r>
              <a:endParaRPr sz="1467">
                <a:solidFill>
                  <a:schemeClr val="dk1"/>
                </a:solidFill>
              </a:endParaRPr>
            </a:p>
            <a:p>
              <a:pPr marL="1219170" lvl="1" indent="-397923">
                <a:buClr>
                  <a:schemeClr val="dk1"/>
                </a:buClr>
                <a:buSzPts val="1100"/>
                <a:buAutoNum type="alphaLcPeriod"/>
              </a:pPr>
              <a:r>
                <a:rPr lang="ru" sz="1467">
                  <a:solidFill>
                    <a:schemeClr val="dk1"/>
                  </a:solidFill>
                </a:rPr>
                <a:t>1 = я не научился ничему новому</a:t>
              </a:r>
              <a:endParaRPr sz="1467">
                <a:solidFill>
                  <a:schemeClr val="dk1"/>
                </a:solidFill>
              </a:endParaRPr>
            </a:p>
            <a:p>
              <a:pPr marL="1219170" lvl="1" indent="-397923">
                <a:buClr>
                  <a:schemeClr val="dk1"/>
                </a:buClr>
                <a:buSzPts val="1100"/>
                <a:buAutoNum type="alphaLcPeriod"/>
              </a:pPr>
              <a:r>
                <a:rPr lang="ru" sz="1467">
                  <a:solidFill>
                    <a:schemeClr val="dk1"/>
                  </a:solidFill>
                </a:rPr>
                <a:t>10 = очень полезно, я получил новый опыт</a:t>
              </a:r>
              <a:endParaRPr sz="1467">
                <a:solidFill>
                  <a:schemeClr val="dk1"/>
                </a:solidFill>
              </a:endParaRPr>
            </a:p>
            <a:p>
              <a:pPr marL="609585" indent="-397923">
                <a:buClr>
                  <a:schemeClr val="dk1"/>
                </a:buClr>
                <a:buSzPts val="1100"/>
                <a:buAutoNum type="arabicPeriod"/>
              </a:pPr>
              <a:r>
                <a:rPr lang="ru" sz="1467">
                  <a:solidFill>
                    <a:schemeClr val="dk1"/>
                  </a:solidFill>
                </a:rPr>
                <a:t>Остались ли у вас вопросы по проекту?</a:t>
              </a:r>
              <a:endParaRPr sz="1467">
                <a:solidFill>
                  <a:schemeClr val="dk1"/>
                </a:solidFill>
              </a:endParaRPr>
            </a:p>
            <a:p>
              <a:pPr marL="609585" indent="-397923">
                <a:buClr>
                  <a:schemeClr val="dk1"/>
                </a:buClr>
                <a:buSzPts val="1100"/>
                <a:buAutoNum type="arabicPeriod"/>
              </a:pPr>
              <a:r>
                <a:rPr lang="ru" sz="1467">
                  <a:solidFill>
                    <a:schemeClr val="dk1"/>
                  </a:solidFill>
                </a:rPr>
                <a:t>Как вы планируете развиваться дальше?</a:t>
              </a:r>
              <a:endPara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290100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</TotalTime>
  <Words>226</Words>
  <Application>Microsoft Office PowerPoint</Application>
  <PresentationFormat>Широкоэкранный</PresentationFormat>
  <Paragraphs>53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Roboto</vt:lpstr>
      <vt:lpstr>Roboto Medium</vt:lpstr>
      <vt:lpstr>Тема Office</vt:lpstr>
      <vt:lpstr>Презентация PowerPoint</vt:lpstr>
      <vt:lpstr>Меня хорошо видно &amp; слышно?</vt:lpstr>
      <vt:lpstr>Защита проекта Тема: Организация взаимодействия сегмента сети строительной компании   </vt:lpstr>
      <vt:lpstr>План защиты</vt:lpstr>
      <vt:lpstr>Презентация PowerPoint</vt:lpstr>
      <vt:lpstr>Какие технологии использовались </vt:lpstr>
      <vt:lpstr>Что получилось</vt:lpstr>
      <vt:lpstr>Выводы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Алексей Александрович Яркин</dc:creator>
  <cp:lastModifiedBy>Алексей Александрович Яркин</cp:lastModifiedBy>
  <cp:revision>7</cp:revision>
  <dcterms:created xsi:type="dcterms:W3CDTF">2026-07-29T08:04:33Z</dcterms:created>
  <dcterms:modified xsi:type="dcterms:W3CDTF">2026-07-29T11:47:32Z</dcterms:modified>
</cp:coreProperties>
</file>