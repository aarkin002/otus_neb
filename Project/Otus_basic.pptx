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00989E-4162-4EF0-B6CB-B1D61DD9DC95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ED0B86-A0AA-4F2C-99A4-636ACEF225F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9370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385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9345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09582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834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8344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12682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2899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699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671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1836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1701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7223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389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614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411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6702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867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30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1031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667400" y="2379700"/>
            <a:ext cx="10580400" cy="15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5557856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667400" y="1094951"/>
            <a:ext cx="11360800" cy="264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4267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667400" y="609751"/>
            <a:ext cx="10395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4180567" y="3971775"/>
            <a:ext cx="7808400" cy="78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20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3067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4180567" y="4371975"/>
            <a:ext cx="78084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4180567" y="4883400"/>
            <a:ext cx="7808400" cy="137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733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281223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667400" y="440981"/>
            <a:ext cx="11360800" cy="1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749038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667400" y="1901959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31789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500"/>
              <a:buChar char="●"/>
              <a:defRPr sz="2000"/>
            </a:lvl1pPr>
            <a:lvl2pPr marL="1219170" lvl="1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2pPr>
            <a:lvl3pPr marL="1828754" lvl="2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3pPr>
            <a:lvl4pPr marL="2438339" lvl="3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4pPr>
            <a:lvl5pPr marL="3047924" lvl="4" indent="-414856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733"/>
            </a:lvl5pPr>
            <a:lvl6pPr marL="3657509" lvl="5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6pPr>
            <a:lvl7pPr marL="4267093" lvl="6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●"/>
              <a:defRPr sz="1733"/>
            </a:lvl7pPr>
            <a:lvl8pPr marL="4876678" lvl="7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○"/>
              <a:defRPr sz="1733"/>
            </a:lvl8pPr>
            <a:lvl9pPr marL="5486263" lvl="8" indent="-414856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300"/>
              <a:buChar char="■"/>
              <a:defRPr sz="1733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644831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FDEA8-A3CC-4A76-B93F-4E251158CF21}" type="datetimeFigureOut">
              <a:rPr lang="ru-RU" smtClean="0"/>
              <a:t>29.07.2026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BB2B9-ACC4-431C-975B-CEAB7C7A0BD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80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0" y="0"/>
            <a:ext cx="1254500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115035" y="1055210"/>
            <a:ext cx="10112400" cy="1908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b="1" dirty="0" smtClean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взаимодействия</a:t>
            </a:r>
            <a:r>
              <a:rPr lang="ru-RU" sz="4000" b="1" dirty="0" smtClean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сегмента распределенной сети строительной компании</a:t>
            </a:r>
            <a:endParaRPr sz="40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551601" y="358501"/>
            <a:ext cx="1096233" cy="37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839600" y="5517367"/>
            <a:ext cx="3894000" cy="5688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1331611" y="5560952"/>
            <a:ext cx="32104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lvl="0">
              <a:lnSpc>
                <a:spcPct val="90000"/>
              </a:lnSpc>
            </a:pPr>
            <a:r>
              <a:rPr lang="en-US" sz="1700" b="1" dirty="0">
                <a:solidFill>
                  <a:schemeClr val="bg1"/>
                </a:solidFill>
                <a:latin typeface="Roboto" panose="020B0604020202020204" charset="0"/>
                <a:ea typeface="Roboto" panose="020B0604020202020204" charset="0"/>
              </a:rPr>
              <a:t>Network Engineer. Basic</a:t>
            </a:r>
            <a:endParaRPr sz="1700" dirty="0">
              <a:solidFill>
                <a:schemeClr val="bg1"/>
              </a:solidFill>
              <a:latin typeface="Roboto" panose="020B0604020202020204" charset="0"/>
              <a:ea typeface="Roboto" panose="020B0604020202020204" charset="0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879632" y="4111591"/>
            <a:ext cx="2064601" cy="22259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5909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992167" y="1970277"/>
            <a:ext cx="10580400" cy="172338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sp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" sz="5333">
                <a:solidFill>
                  <a:schemeClr val="dk1"/>
                </a:solidFill>
                <a:latin typeface="Roboto" panose="020B0604020202020204" charset="0"/>
                <a:ea typeface="Roboto" panose="020B0604020202020204" charset="0"/>
              </a:rPr>
              <a:t>Меня хорошо видно</a:t>
            </a:r>
            <a:endParaRPr sz="5333">
              <a:solidFill>
                <a:schemeClr val="dk1"/>
              </a:solidFill>
              <a:latin typeface="Roboto" panose="020B0604020202020204" charset="0"/>
              <a:ea typeface="Roboto" panose="020B0604020202020204" charset="0"/>
            </a:endParaRPr>
          </a:p>
          <a:p>
            <a:r>
              <a:rPr lang="ru" sz="5333">
                <a:solidFill>
                  <a:schemeClr val="dk1"/>
                </a:solidFill>
                <a:latin typeface="Roboto" panose="020B0604020202020204" charset="0"/>
                <a:ea typeface="Roboto" panose="020B0604020202020204" charset="0"/>
              </a:rPr>
              <a:t>&amp; слышно?</a:t>
            </a:r>
            <a:endParaRPr sz="5333">
              <a:solidFill>
                <a:schemeClr val="dk1"/>
              </a:solidFill>
              <a:latin typeface="Roboto" panose="020B0604020202020204" charset="0"/>
              <a:ea typeface="Roboto" panose="020B0604020202020204" charset="0"/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58749" y="5121434"/>
            <a:ext cx="727616" cy="727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0767" y="5187853"/>
            <a:ext cx="716349" cy="7163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0779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667400" y="418165"/>
            <a:ext cx="11360800" cy="2455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" sz="2800" dirty="0">
                <a:latin typeface="Roboto" panose="020B0604020202020204" charset="0"/>
                <a:ea typeface="Roboto" panose="020B0604020202020204" charset="0"/>
              </a:rPr>
              <a:t>Защита проекта</a:t>
            </a:r>
            <a:endParaRPr sz="2800" dirty="0">
              <a:latin typeface="Roboto" panose="020B0604020202020204" charset="0"/>
              <a:ea typeface="Roboto" panose="020B0604020202020204" charset="0"/>
            </a:endParaRPr>
          </a:p>
          <a:p>
            <a:pPr>
              <a:buClr>
                <a:schemeClr val="dk1"/>
              </a:buClr>
              <a:buSzPts val="1100"/>
            </a:pPr>
            <a:r>
              <a:rPr lang="ru" sz="2800" dirty="0">
                <a:latin typeface="Roboto" panose="020B0604020202020204" charset="0"/>
                <a:ea typeface="Roboto" panose="020B0604020202020204" charset="0"/>
              </a:rPr>
              <a:t>Тема: </a:t>
            </a:r>
            <a:r>
              <a:rPr lang="ru-RU" sz="2800" dirty="0" smtClean="0">
                <a:latin typeface="Roboto" panose="020B0604020202020204" charset="0"/>
                <a:ea typeface="Roboto" panose="020B0604020202020204" charset="0"/>
              </a:rPr>
              <a:t>Организация взаимодействия сегмента сети строительной компании</a:t>
            </a:r>
            <a:endParaRPr sz="2800" dirty="0">
              <a:latin typeface="Roboto" panose="020B0604020202020204" charset="0"/>
              <a:ea typeface="Roboto" panose="020B0604020202020204" charset="0"/>
            </a:endParaRPr>
          </a:p>
          <a:p>
            <a:pPr>
              <a:buClr>
                <a:schemeClr val="dk1"/>
              </a:buClr>
              <a:buSzPts val="1100"/>
            </a:pPr>
            <a:endParaRPr dirty="0"/>
          </a:p>
          <a:p>
            <a:pPr>
              <a:buClr>
                <a:schemeClr val="dk1"/>
              </a:buClr>
              <a:buSzPts val="1100"/>
            </a:pPr>
            <a:endParaRPr dirty="0"/>
          </a:p>
          <a:p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840000" y="2780968"/>
            <a:ext cx="3133200" cy="3091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5199300" y="3115201"/>
            <a:ext cx="4935600" cy="5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lnSpc>
                <a:spcPct val="80000"/>
              </a:lnSpc>
            </a:pPr>
            <a:r>
              <a:rPr lang="ru-RU" sz="3067" b="1" dirty="0" smtClean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Яркин Алексей</a:t>
            </a:r>
            <a:endParaRPr sz="3067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5199300" y="3792433"/>
            <a:ext cx="4257600" cy="5662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733" dirty="0" smtClean="0">
                <a:solidFill>
                  <a:srgbClr val="000000"/>
                </a:solidFill>
                <a:latin typeface="Roboto" panose="020B0604020202020204" charset="0"/>
                <a:ea typeface="Roboto" panose="020B0604020202020204" charset="0"/>
                <a:cs typeface="Roboto Medium"/>
                <a:sym typeface="Roboto Medium"/>
              </a:rPr>
              <a:t>Системный администратор</a:t>
            </a:r>
            <a:endParaRPr sz="1733" dirty="0">
              <a:solidFill>
                <a:srgbClr val="000000"/>
              </a:solidFill>
              <a:latin typeface="Roboto" panose="020B0604020202020204" charset="0"/>
              <a:ea typeface="Roboto" panose="020B0604020202020204" charset="0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1833386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718067" y="465299"/>
            <a:ext cx="11360800" cy="855578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spAutoFit/>
          </a:bodyPr>
          <a:lstStyle/>
          <a:p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517500" y="1988403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517500" y="2761989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517500" y="3535568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517500" y="4328300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517500" y="2239203"/>
            <a:ext cx="800" cy="773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517500" y="3012789"/>
            <a:ext cx="800" cy="773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517500" y="3786368"/>
            <a:ext cx="800" cy="792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517500" y="4579100"/>
            <a:ext cx="800" cy="7024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517516" y="5030500"/>
            <a:ext cx="4513200" cy="501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334701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747333" y="433175"/>
            <a:ext cx="11360800" cy="1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" sz="4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4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4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4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4101616611"/>
              </p:ext>
            </p:extLst>
          </p:nvPr>
        </p:nvGraphicFramePr>
        <p:xfrm>
          <a:off x="1270000" y="3176169"/>
          <a:ext cx="9652000" cy="31593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сетевой связанности между отделами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</a:t>
                      </a:r>
                      <a:r>
                        <a:rPr lang="ru" sz="24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отказоустойчивости сети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2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 ограничений доступа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39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21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Настройка </a:t>
                      </a:r>
                      <a:r>
                        <a:rPr lang="en-US" sz="2400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ipsec</a:t>
                      </a:r>
                      <a:endParaRPr sz="24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69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2171000" y="1848400"/>
            <a:ext cx="7850000" cy="882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216000" tIns="121900" rIns="216000" bIns="121900" anchor="ctr" anchorCtr="0">
            <a:noAutofit/>
          </a:bodyPr>
          <a:lstStyle/>
          <a:p>
            <a:r>
              <a:rPr lang="ru" sz="20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</a:t>
            </a:r>
            <a:r>
              <a:rPr lang="ru" sz="2000" dirty="0" smtClean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проекта: Создание сегмента распределенной сети строительной компании </a:t>
            </a:r>
            <a:endParaRPr sz="20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087662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000"/>
              <a:t>Какие технологии использовались</a:t>
            </a:r>
            <a:endParaRPr sz="4000"/>
          </a:p>
          <a:p>
            <a:endParaRPr sz="4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427343608"/>
              </p:ext>
            </p:extLst>
          </p:nvPr>
        </p:nvGraphicFramePr>
        <p:xfrm>
          <a:off x="1270000" y="2530367"/>
          <a:ext cx="9652000" cy="341933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Vlan</a:t>
                      </a:r>
                      <a:r>
                        <a:rPr lang="en-US" sz="21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</a:t>
                      </a:r>
                      <a:r>
                        <a:rPr lang="en-US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STP, DHCP, </a:t>
                      </a:r>
                      <a:r>
                        <a:rPr lang="ru-RU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Избыточность </a:t>
                      </a:r>
                      <a:r>
                        <a:rPr lang="ru-RU" sz="2100" baseline="0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линков</a:t>
                      </a:r>
                      <a:r>
                        <a:rPr lang="en-US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2100" baseline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Port channel, </a:t>
                      </a:r>
                      <a:r>
                        <a:rPr lang="en-US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HSRP), </a:t>
                      </a:r>
                      <a:r>
                        <a:rPr lang="ru-RU" sz="2100" baseline="0" dirty="0" err="1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Тунелирование</a:t>
                      </a:r>
                      <a:r>
                        <a:rPr lang="en-US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SSH </a:t>
                      </a:r>
                      <a:endParaRPr sz="21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1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Статическая</a:t>
                      </a:r>
                      <a:r>
                        <a:rPr lang="ru-RU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и динамическая маршрутизация</a:t>
                      </a:r>
                      <a:endParaRPr sz="21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ACL</a:t>
                      </a:r>
                      <a:r>
                        <a:rPr lang="en-US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21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листы</a:t>
                      </a: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1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PAT</a:t>
                      </a:r>
                      <a:endParaRPr sz="21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350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000"/>
              <a:t>Что получилось</a:t>
            </a:r>
            <a:endParaRPr sz="400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4907527" y="1320937"/>
            <a:ext cx="6868851" cy="2904943"/>
            <a:chOff x="3450575" y="752750"/>
            <a:chExt cx="5006451" cy="2031050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199565" y="956335"/>
              <a:ext cx="4065000" cy="15493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r>
                <a:rPr lang="ru" sz="1600" b="1">
                  <a:latin typeface="Roboto"/>
                  <a:ea typeface="Roboto"/>
                  <a:cs typeface="Roboto"/>
                  <a:sym typeface="Roboto"/>
                </a:rPr>
                <a:t>Разместите на слайде(-ах) </a:t>
              </a:r>
              <a:r>
                <a:rPr lang="ru" sz="1600" b="1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артефакты проекта: </a:t>
              </a:r>
              <a:endParaRPr sz="16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код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схемы (архитектура, БД)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ссылки на файлы в репозитории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скрины экранов приложения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609585" indent="-406390"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фото или видео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r>
                <a:rPr lang="ru" sz="16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Либо продемонстрируйте проект отдельно.</a:t>
              </a:r>
              <a:endParaRPr sz="16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391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667400" y="440965"/>
            <a:ext cx="11360800" cy="1461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ru" sz="4533"/>
              <a:t>Выводы</a:t>
            </a:r>
            <a:endParaRPr sz="4000"/>
          </a:p>
          <a:p>
            <a:endParaRPr sz="4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1270000" y="2291200"/>
          <a:ext cx="9652000" cy="247075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525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4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21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21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a:txBody>
                  <a:tcPr marL="264000" marR="121900" marT="121900" marB="121900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1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64000" marR="121900" marT="121900" marB="121900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14" name="Google Shape;214;p42"/>
          <p:cNvGrpSpPr/>
          <p:nvPr/>
        </p:nvGrpSpPr>
        <p:grpSpPr>
          <a:xfrm>
            <a:off x="4844345" y="1665291"/>
            <a:ext cx="7379552" cy="3114005"/>
            <a:chOff x="4729635" y="887067"/>
            <a:chExt cx="3375207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08319" y="1064138"/>
              <a:ext cx="2869500" cy="10237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>
                <a:buClr>
                  <a:schemeClr val="dk1"/>
                </a:buClr>
                <a:buSzPts val="1100"/>
              </a:pPr>
              <a:r>
                <a:rPr lang="ru" sz="1467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467" b="1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Сколько времени занял проект?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467">
                <a:solidFill>
                  <a:schemeClr val="dk1"/>
                </a:solidFill>
              </a:endParaRPr>
            </a:p>
            <a:p>
              <a:pPr marL="1219170" lvl="1" indent="-397923">
                <a:buClr>
                  <a:schemeClr val="dk1"/>
                </a:buClr>
                <a:buSzPts val="1100"/>
                <a:buAutoNum type="alphaLcPeriod"/>
              </a:pPr>
              <a:r>
                <a:rPr lang="ru" sz="1467">
                  <a:solidFill>
                    <a:schemeClr val="dk1"/>
                  </a:solidFill>
                </a:rPr>
                <a:t>1 = я не научился ничему новому</a:t>
              </a:r>
              <a:endParaRPr sz="1467">
                <a:solidFill>
                  <a:schemeClr val="dk1"/>
                </a:solidFill>
              </a:endParaRPr>
            </a:p>
            <a:p>
              <a:pPr marL="1219170" lvl="1" indent="-397923">
                <a:buClr>
                  <a:schemeClr val="dk1"/>
                </a:buClr>
                <a:buSzPts val="1100"/>
                <a:buAutoNum type="alphaLcPeriod"/>
              </a:pPr>
              <a:r>
                <a:rPr lang="ru" sz="1467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467">
                <a:solidFill>
                  <a:schemeClr val="dk1"/>
                </a:solidFill>
              </a:endParaRPr>
            </a:p>
            <a:p>
              <a:pPr marL="609585" indent="-397923">
                <a:buClr>
                  <a:schemeClr val="dk1"/>
                </a:buClr>
                <a:buSzPts val="1100"/>
                <a:buAutoNum type="arabicPeriod"/>
              </a:pPr>
              <a:r>
                <a:rPr lang="ru" sz="1467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29010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1540</TotalTime>
  <Words>231</Words>
  <Application>Microsoft Office PowerPoint</Application>
  <PresentationFormat>Широкоэкранный</PresentationFormat>
  <Paragraphs>56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Roboto</vt:lpstr>
      <vt:lpstr>Roboto Medium</vt:lpstr>
      <vt:lpstr>Тема Office</vt:lpstr>
      <vt:lpstr>Презентация PowerPoint</vt:lpstr>
      <vt:lpstr>Меня хорошо видно &amp; слышно?</vt:lpstr>
      <vt:lpstr>Защита проекта Тема: Организация взаимодействия сегмента сети строительной компании   </vt:lpstr>
      <vt:lpstr>План защиты</vt:lpstr>
      <vt:lpstr>Презентация PowerPoint</vt:lpstr>
      <vt:lpstr>Какие технологии использовались </vt:lpstr>
      <vt:lpstr>Что получилось</vt:lpstr>
      <vt:lpstr>Выводы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Алексей Александрович Яркин</dc:creator>
  <cp:lastModifiedBy>Алексей Александрович Яркин</cp:lastModifiedBy>
  <cp:revision>14</cp:revision>
  <dcterms:created xsi:type="dcterms:W3CDTF">2026-07-29T08:04:33Z</dcterms:created>
  <dcterms:modified xsi:type="dcterms:W3CDTF">2026-07-30T09:45:21Z</dcterms:modified>
</cp:coreProperties>
</file>